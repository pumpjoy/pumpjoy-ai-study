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15120000" cx="106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762">
          <p15:clr>
            <a:srgbClr val="747775"/>
          </p15:clr>
        </p15:guide>
        <p15:guide id="2" pos="336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762" orient="horz"/>
        <p:guide pos="336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6935" y="685800"/>
            <a:ext cx="2424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2216935" y="685800"/>
            <a:ext cx="2424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48ced5214f_0_0:notes"/>
          <p:cNvSpPr/>
          <p:nvPr>
            <p:ph idx="2" type="sldImg"/>
          </p:nvPr>
        </p:nvSpPr>
        <p:spPr>
          <a:xfrm>
            <a:off x="2216931" y="685800"/>
            <a:ext cx="2424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48ced521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48ced5214f_0_3:notes"/>
          <p:cNvSpPr/>
          <p:nvPr>
            <p:ph idx="2" type="sldImg"/>
          </p:nvPr>
        </p:nvSpPr>
        <p:spPr>
          <a:xfrm>
            <a:off x="2216931" y="685800"/>
            <a:ext cx="2424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48ced5214f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48ced5214f_0_35:notes"/>
          <p:cNvSpPr/>
          <p:nvPr>
            <p:ph idx="2" type="sldImg"/>
          </p:nvPr>
        </p:nvSpPr>
        <p:spPr>
          <a:xfrm>
            <a:off x="2216931" y="685800"/>
            <a:ext cx="2424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48ced5214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48ced5214f_0_10:notes"/>
          <p:cNvSpPr/>
          <p:nvPr>
            <p:ph idx="2" type="sldImg"/>
          </p:nvPr>
        </p:nvSpPr>
        <p:spPr>
          <a:xfrm>
            <a:off x="2216931" y="685800"/>
            <a:ext cx="2424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48ced5214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48ced5214f_0_13:notes"/>
          <p:cNvSpPr/>
          <p:nvPr>
            <p:ph idx="2" type="sldImg"/>
          </p:nvPr>
        </p:nvSpPr>
        <p:spPr>
          <a:xfrm>
            <a:off x="2216931" y="685800"/>
            <a:ext cx="2424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48ced5214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64478" y="2188777"/>
            <a:ext cx="9963000" cy="6033600"/>
          </a:xfrm>
          <a:prstGeom prst="rect">
            <a:avLst/>
          </a:prstGeom>
        </p:spPr>
        <p:txBody>
          <a:bodyPr anchorCtr="0" anchor="b" bIns="157800" lIns="157800" spcFirstLastPara="1" rIns="157800" wrap="square" tIns="1578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64468" y="8331286"/>
            <a:ext cx="9963000" cy="2330400"/>
          </a:xfrm>
          <a:prstGeom prst="rect">
            <a:avLst/>
          </a:prstGeom>
        </p:spPr>
        <p:txBody>
          <a:bodyPr anchorCtr="0" anchor="t" bIns="157800" lIns="157800" spcFirstLastPara="1" rIns="157800" wrap="square" tIns="157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9906772" y="13708144"/>
            <a:ext cx="641400" cy="1157400"/>
          </a:xfrm>
          <a:prstGeom prst="rect">
            <a:avLst/>
          </a:prstGeom>
        </p:spPr>
        <p:txBody>
          <a:bodyPr anchorCtr="0" anchor="ctr" bIns="157800" lIns="157800" spcFirstLastPara="1" rIns="157800" wrap="square" tIns="157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64468" y="6322709"/>
            <a:ext cx="9963000" cy="2474700"/>
          </a:xfrm>
          <a:prstGeom prst="rect">
            <a:avLst/>
          </a:prstGeom>
        </p:spPr>
        <p:txBody>
          <a:bodyPr anchorCtr="0" anchor="ctr" bIns="157800" lIns="157800" spcFirstLastPara="1" rIns="157800" wrap="square" tIns="1578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9906772" y="13708144"/>
            <a:ext cx="641400" cy="1157400"/>
          </a:xfrm>
          <a:prstGeom prst="rect">
            <a:avLst/>
          </a:prstGeom>
        </p:spPr>
        <p:txBody>
          <a:bodyPr anchorCtr="0" anchor="ctr" bIns="157800" lIns="157800" spcFirstLastPara="1" rIns="157800" wrap="square" tIns="157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64468" y="1308210"/>
            <a:ext cx="9963000" cy="1683300"/>
          </a:xfrm>
          <a:prstGeom prst="rect">
            <a:avLst/>
          </a:prstGeom>
        </p:spPr>
        <p:txBody>
          <a:bodyPr anchorCtr="0" anchor="t" bIns="157800" lIns="157800" spcFirstLastPara="1" rIns="157800" wrap="square" tIns="157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64468" y="3387853"/>
            <a:ext cx="9963000" cy="10042800"/>
          </a:xfrm>
          <a:prstGeom prst="rect">
            <a:avLst/>
          </a:prstGeom>
        </p:spPr>
        <p:txBody>
          <a:bodyPr anchorCtr="0" anchor="t" bIns="157800" lIns="157800" spcFirstLastPara="1" rIns="157800" wrap="square" tIns="157800">
            <a:normAutofit/>
          </a:bodyPr>
          <a:lstStyle>
            <a:lvl1pPr indent="-425450" lvl="0" marL="457200">
              <a:spcBef>
                <a:spcPts val="0"/>
              </a:spcBef>
              <a:spcAft>
                <a:spcPts val="0"/>
              </a:spcAft>
              <a:buSzPts val="3100"/>
              <a:buChar char="●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9906772" y="13708144"/>
            <a:ext cx="641400" cy="1157400"/>
          </a:xfrm>
          <a:prstGeom prst="rect">
            <a:avLst/>
          </a:prstGeom>
        </p:spPr>
        <p:txBody>
          <a:bodyPr anchorCtr="0" anchor="ctr" bIns="157800" lIns="157800" spcFirstLastPara="1" rIns="157800" wrap="square" tIns="157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64468" y="1308210"/>
            <a:ext cx="9963000" cy="1683300"/>
          </a:xfrm>
          <a:prstGeom prst="rect">
            <a:avLst/>
          </a:prstGeom>
        </p:spPr>
        <p:txBody>
          <a:bodyPr anchorCtr="0" anchor="t" bIns="157800" lIns="157800" spcFirstLastPara="1" rIns="157800" wrap="square" tIns="157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64468" y="3387853"/>
            <a:ext cx="4677000" cy="10042800"/>
          </a:xfrm>
          <a:prstGeom prst="rect">
            <a:avLst/>
          </a:prstGeom>
        </p:spPr>
        <p:txBody>
          <a:bodyPr anchorCtr="0" anchor="t" bIns="157800" lIns="157800" spcFirstLastPara="1" rIns="157800" wrap="square" tIns="1578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61950" lvl="1" marL="914400"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indent="-361950" lvl="2" marL="1371600"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indent="-361950" lvl="3" marL="1828800"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indent="-361950" lvl="4" marL="2286000"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indent="-361950" lvl="5" marL="2743200"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indent="-361950" lvl="6" marL="3200400"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indent="-361950" lvl="7" marL="3657600"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indent="-361950" lvl="8" marL="4114800"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650483" y="3387853"/>
            <a:ext cx="4677000" cy="10042800"/>
          </a:xfrm>
          <a:prstGeom prst="rect">
            <a:avLst/>
          </a:prstGeom>
        </p:spPr>
        <p:txBody>
          <a:bodyPr anchorCtr="0" anchor="t" bIns="157800" lIns="157800" spcFirstLastPara="1" rIns="157800" wrap="square" tIns="1578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61950" lvl="1" marL="914400"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indent="-361950" lvl="2" marL="1371600"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indent="-361950" lvl="3" marL="1828800"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indent="-361950" lvl="4" marL="2286000"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indent="-361950" lvl="5" marL="2743200"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indent="-361950" lvl="6" marL="3200400"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indent="-361950" lvl="7" marL="3657600"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indent="-361950" lvl="8" marL="4114800"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9906772" y="13708144"/>
            <a:ext cx="641400" cy="1157400"/>
          </a:xfrm>
          <a:prstGeom prst="rect">
            <a:avLst/>
          </a:prstGeom>
        </p:spPr>
        <p:txBody>
          <a:bodyPr anchorCtr="0" anchor="ctr" bIns="157800" lIns="157800" spcFirstLastPara="1" rIns="157800" wrap="square" tIns="157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64468" y="1308210"/>
            <a:ext cx="9963000" cy="1683300"/>
          </a:xfrm>
          <a:prstGeom prst="rect">
            <a:avLst/>
          </a:prstGeom>
        </p:spPr>
        <p:txBody>
          <a:bodyPr anchorCtr="0" anchor="t" bIns="157800" lIns="157800" spcFirstLastPara="1" rIns="157800" wrap="square" tIns="157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9906772" y="13708144"/>
            <a:ext cx="641400" cy="1157400"/>
          </a:xfrm>
          <a:prstGeom prst="rect">
            <a:avLst/>
          </a:prstGeom>
        </p:spPr>
        <p:txBody>
          <a:bodyPr anchorCtr="0" anchor="ctr" bIns="157800" lIns="157800" spcFirstLastPara="1" rIns="157800" wrap="square" tIns="157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64468" y="1633260"/>
            <a:ext cx="3283200" cy="2221800"/>
          </a:xfrm>
          <a:prstGeom prst="rect">
            <a:avLst/>
          </a:prstGeom>
        </p:spPr>
        <p:txBody>
          <a:bodyPr anchorCtr="0" anchor="b" bIns="157800" lIns="157800" spcFirstLastPara="1" rIns="157800" wrap="square" tIns="157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2pPr>
            <a:lvl3pPr lvl="2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3pPr>
            <a:lvl4pPr lvl="3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4pPr>
            <a:lvl5pPr lvl="4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5pPr>
            <a:lvl6pPr lvl="5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6pPr>
            <a:lvl7pPr lvl="6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7pPr>
            <a:lvl8pPr lvl="7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8pPr>
            <a:lvl9pPr lvl="8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64468" y="4084913"/>
            <a:ext cx="3283200" cy="9346500"/>
          </a:xfrm>
          <a:prstGeom prst="rect">
            <a:avLst/>
          </a:prstGeom>
        </p:spPr>
        <p:txBody>
          <a:bodyPr anchorCtr="0" anchor="t" bIns="157800" lIns="157800" spcFirstLastPara="1" rIns="157800" wrap="square" tIns="157800">
            <a:normAutofit/>
          </a:bodyPr>
          <a:lstStyle>
            <a:lvl1pPr indent="-361950" lvl="0" marL="457200"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1pPr>
            <a:lvl2pPr indent="-361950" lvl="1" marL="914400"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indent="-361950" lvl="2" marL="1371600"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indent="-361950" lvl="3" marL="1828800"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indent="-361950" lvl="4" marL="2286000"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indent="-361950" lvl="5" marL="2743200"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indent="-361950" lvl="6" marL="3200400"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indent="-361950" lvl="7" marL="3657600"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indent="-361950" lvl="8" marL="4114800"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9906772" y="13708144"/>
            <a:ext cx="641400" cy="1157400"/>
          </a:xfrm>
          <a:prstGeom prst="rect">
            <a:avLst/>
          </a:prstGeom>
        </p:spPr>
        <p:txBody>
          <a:bodyPr anchorCtr="0" anchor="ctr" bIns="157800" lIns="157800" spcFirstLastPara="1" rIns="157800" wrap="square" tIns="157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73245" y="1323276"/>
            <a:ext cx="7445700" cy="12025200"/>
          </a:xfrm>
          <a:prstGeom prst="rect">
            <a:avLst/>
          </a:prstGeom>
        </p:spPr>
        <p:txBody>
          <a:bodyPr anchorCtr="0" anchor="ctr" bIns="157800" lIns="157800" spcFirstLastPara="1" rIns="157800" wrap="square" tIns="157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1pPr>
            <a:lvl2pPr lvl="1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2pPr>
            <a:lvl3pPr lvl="2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3pPr>
            <a:lvl4pPr lvl="3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4pPr>
            <a:lvl5pPr lvl="4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5pPr>
            <a:lvl6pPr lvl="5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6pPr>
            <a:lvl7pPr lvl="6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7pPr>
            <a:lvl8pPr lvl="7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8pPr>
            <a:lvl9pPr lvl="8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9906772" y="13708144"/>
            <a:ext cx="641400" cy="1157400"/>
          </a:xfrm>
          <a:prstGeom prst="rect">
            <a:avLst/>
          </a:prstGeom>
        </p:spPr>
        <p:txBody>
          <a:bodyPr anchorCtr="0" anchor="ctr" bIns="157800" lIns="157800" spcFirstLastPara="1" rIns="157800" wrap="square" tIns="157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346000" y="-367"/>
            <a:ext cx="5346000" cy="1512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57800" lIns="157800" spcFirstLastPara="1" rIns="157800" wrap="square" tIns="157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310447" y="3625081"/>
            <a:ext cx="4729800" cy="4357500"/>
          </a:xfrm>
          <a:prstGeom prst="rect">
            <a:avLst/>
          </a:prstGeom>
        </p:spPr>
        <p:txBody>
          <a:bodyPr anchorCtr="0" anchor="b" bIns="157800" lIns="157800" spcFirstLastPara="1" rIns="157800" wrap="square" tIns="1578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310447" y="8240011"/>
            <a:ext cx="4729800" cy="3630300"/>
          </a:xfrm>
          <a:prstGeom prst="rect">
            <a:avLst/>
          </a:prstGeom>
        </p:spPr>
        <p:txBody>
          <a:bodyPr anchorCtr="0" anchor="t" bIns="157800" lIns="157800" spcFirstLastPara="1" rIns="157800" wrap="square" tIns="157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775715" y="2128514"/>
            <a:ext cx="4486500" cy="10862700"/>
          </a:xfrm>
          <a:prstGeom prst="rect">
            <a:avLst/>
          </a:prstGeom>
        </p:spPr>
        <p:txBody>
          <a:bodyPr anchorCtr="0" anchor="ctr" bIns="157800" lIns="157800" spcFirstLastPara="1" rIns="157800" wrap="square" tIns="157800">
            <a:normAutofit/>
          </a:bodyPr>
          <a:lstStyle>
            <a:lvl1pPr indent="-425450" lvl="0" marL="457200">
              <a:spcBef>
                <a:spcPts val="0"/>
              </a:spcBef>
              <a:spcAft>
                <a:spcPts val="0"/>
              </a:spcAft>
              <a:buSzPts val="3100"/>
              <a:buChar char="●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9906772" y="13708144"/>
            <a:ext cx="641400" cy="1157400"/>
          </a:xfrm>
          <a:prstGeom prst="rect">
            <a:avLst/>
          </a:prstGeom>
        </p:spPr>
        <p:txBody>
          <a:bodyPr anchorCtr="0" anchor="ctr" bIns="157800" lIns="157800" spcFirstLastPara="1" rIns="157800" wrap="square" tIns="157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64468" y="12436336"/>
            <a:ext cx="7014300" cy="1778700"/>
          </a:xfrm>
          <a:prstGeom prst="rect">
            <a:avLst/>
          </a:prstGeom>
        </p:spPr>
        <p:txBody>
          <a:bodyPr anchorCtr="0" anchor="ctr" bIns="157800" lIns="157800" spcFirstLastPara="1" rIns="157800" wrap="square" tIns="1578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9906772" y="13708144"/>
            <a:ext cx="641400" cy="1157400"/>
          </a:xfrm>
          <a:prstGeom prst="rect">
            <a:avLst/>
          </a:prstGeom>
        </p:spPr>
        <p:txBody>
          <a:bodyPr anchorCtr="0" anchor="ctr" bIns="157800" lIns="157800" spcFirstLastPara="1" rIns="157800" wrap="square" tIns="157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64468" y="3251601"/>
            <a:ext cx="9963000" cy="5771700"/>
          </a:xfrm>
          <a:prstGeom prst="rect">
            <a:avLst/>
          </a:prstGeom>
        </p:spPr>
        <p:txBody>
          <a:bodyPr anchorCtr="0" anchor="b" bIns="157800" lIns="157800" spcFirstLastPara="1" rIns="157800" wrap="square" tIns="1578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700"/>
              <a:buNone/>
              <a:defRPr sz="20700"/>
            </a:lvl1pPr>
            <a:lvl2pPr lvl="1" algn="ctr">
              <a:spcBef>
                <a:spcPts val="0"/>
              </a:spcBef>
              <a:spcAft>
                <a:spcPts val="0"/>
              </a:spcAft>
              <a:buSzPts val="20700"/>
              <a:buNone/>
              <a:defRPr sz="20700"/>
            </a:lvl2pPr>
            <a:lvl3pPr lvl="2" algn="ctr">
              <a:spcBef>
                <a:spcPts val="0"/>
              </a:spcBef>
              <a:spcAft>
                <a:spcPts val="0"/>
              </a:spcAft>
              <a:buSzPts val="20700"/>
              <a:buNone/>
              <a:defRPr sz="20700"/>
            </a:lvl3pPr>
            <a:lvl4pPr lvl="3" algn="ctr">
              <a:spcBef>
                <a:spcPts val="0"/>
              </a:spcBef>
              <a:spcAft>
                <a:spcPts val="0"/>
              </a:spcAft>
              <a:buSzPts val="20700"/>
              <a:buNone/>
              <a:defRPr sz="20700"/>
            </a:lvl4pPr>
            <a:lvl5pPr lvl="4" algn="ctr">
              <a:spcBef>
                <a:spcPts val="0"/>
              </a:spcBef>
              <a:spcAft>
                <a:spcPts val="0"/>
              </a:spcAft>
              <a:buSzPts val="20700"/>
              <a:buNone/>
              <a:defRPr sz="20700"/>
            </a:lvl5pPr>
            <a:lvl6pPr lvl="5" algn="ctr">
              <a:spcBef>
                <a:spcPts val="0"/>
              </a:spcBef>
              <a:spcAft>
                <a:spcPts val="0"/>
              </a:spcAft>
              <a:buSzPts val="20700"/>
              <a:buNone/>
              <a:defRPr sz="20700"/>
            </a:lvl6pPr>
            <a:lvl7pPr lvl="6" algn="ctr">
              <a:spcBef>
                <a:spcPts val="0"/>
              </a:spcBef>
              <a:spcAft>
                <a:spcPts val="0"/>
              </a:spcAft>
              <a:buSzPts val="20700"/>
              <a:buNone/>
              <a:defRPr sz="20700"/>
            </a:lvl7pPr>
            <a:lvl8pPr lvl="7" algn="ctr">
              <a:spcBef>
                <a:spcPts val="0"/>
              </a:spcBef>
              <a:spcAft>
                <a:spcPts val="0"/>
              </a:spcAft>
              <a:buSzPts val="20700"/>
              <a:buNone/>
              <a:defRPr sz="20700"/>
            </a:lvl8pPr>
            <a:lvl9pPr lvl="8" algn="ctr">
              <a:spcBef>
                <a:spcPts val="0"/>
              </a:spcBef>
              <a:spcAft>
                <a:spcPts val="0"/>
              </a:spcAft>
              <a:buSzPts val="20700"/>
              <a:buNone/>
              <a:defRPr sz="207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64468" y="9266383"/>
            <a:ext cx="9963000" cy="3824100"/>
          </a:xfrm>
          <a:prstGeom prst="rect">
            <a:avLst/>
          </a:prstGeom>
        </p:spPr>
        <p:txBody>
          <a:bodyPr anchorCtr="0" anchor="t" bIns="157800" lIns="157800" spcFirstLastPara="1" rIns="157800" wrap="square" tIns="157800">
            <a:normAutofit/>
          </a:bodyPr>
          <a:lstStyle>
            <a:lvl1pPr indent="-425450" lvl="0" marL="457200" algn="ctr">
              <a:spcBef>
                <a:spcPts val="0"/>
              </a:spcBef>
              <a:spcAft>
                <a:spcPts val="0"/>
              </a:spcAft>
              <a:buSzPts val="3100"/>
              <a:buChar char="●"/>
              <a:defRPr/>
            </a:lvl1pPr>
            <a:lvl2pPr indent="-381000" lvl="1" marL="914400" algn="ctr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ctr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81000" lvl="3" marL="18288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indent="-381000" lvl="4" marL="2286000" algn="ctr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 algn="ctr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indent="-381000" lvl="6" marL="32004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 algn="ctr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 algn="ctr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9906772" y="13708144"/>
            <a:ext cx="641400" cy="1157400"/>
          </a:xfrm>
          <a:prstGeom prst="rect">
            <a:avLst/>
          </a:prstGeom>
        </p:spPr>
        <p:txBody>
          <a:bodyPr anchorCtr="0" anchor="ctr" bIns="157800" lIns="157800" spcFirstLastPara="1" rIns="157800" wrap="square" tIns="157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9906772" y="13708144"/>
            <a:ext cx="641400" cy="1157400"/>
          </a:xfrm>
          <a:prstGeom prst="rect">
            <a:avLst/>
          </a:prstGeom>
        </p:spPr>
        <p:txBody>
          <a:bodyPr anchorCtr="0" anchor="ctr" bIns="157800" lIns="157800" spcFirstLastPara="1" rIns="157800" wrap="square" tIns="1578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64468" y="1308210"/>
            <a:ext cx="9963000" cy="16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157800" lIns="157800" spcFirstLastPara="1" rIns="157800" wrap="square" tIns="157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64468" y="3387853"/>
            <a:ext cx="9963000" cy="100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7800" lIns="157800" spcFirstLastPara="1" rIns="157800" wrap="square" tIns="157800">
            <a:normAutofit/>
          </a:bodyPr>
          <a:lstStyle>
            <a:lvl1pPr indent="-425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Char char="●"/>
              <a:defRPr sz="3100">
                <a:solidFill>
                  <a:schemeClr val="dk2"/>
                </a:solidFill>
              </a:defRPr>
            </a:lvl1pPr>
            <a:lvl2pPr indent="-3810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○"/>
              <a:defRPr sz="2400">
                <a:solidFill>
                  <a:schemeClr val="dk2"/>
                </a:solidFill>
              </a:defRPr>
            </a:lvl2pPr>
            <a:lvl3pPr indent="-3810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■"/>
              <a:defRPr sz="2400">
                <a:solidFill>
                  <a:schemeClr val="dk2"/>
                </a:solidFill>
              </a:defRPr>
            </a:lvl3pPr>
            <a:lvl4pPr indent="-3810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4pPr>
            <a:lvl5pPr indent="-3810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○"/>
              <a:defRPr sz="2400">
                <a:solidFill>
                  <a:schemeClr val="dk2"/>
                </a:solidFill>
              </a:defRPr>
            </a:lvl5pPr>
            <a:lvl6pPr indent="-3810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■"/>
              <a:defRPr sz="2400">
                <a:solidFill>
                  <a:schemeClr val="dk2"/>
                </a:solidFill>
              </a:defRPr>
            </a:lvl6pPr>
            <a:lvl7pPr indent="-3810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7pPr>
            <a:lvl8pPr indent="-3810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○"/>
              <a:defRPr sz="2400">
                <a:solidFill>
                  <a:schemeClr val="dk2"/>
                </a:solidFill>
              </a:defRPr>
            </a:lvl8pPr>
            <a:lvl9pPr indent="-3810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■"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906772" y="13708144"/>
            <a:ext cx="641400" cy="11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7800" lIns="157800" spcFirstLastPara="1" rIns="157800" wrap="square" tIns="157800">
            <a:normAutofit/>
          </a:bodyPr>
          <a:lstStyle>
            <a:lvl1pPr lvl="0" algn="r">
              <a:buNone/>
              <a:defRPr sz="1700">
                <a:solidFill>
                  <a:schemeClr val="dk2"/>
                </a:solidFill>
              </a:defRPr>
            </a:lvl1pPr>
            <a:lvl2pPr lvl="1" algn="r">
              <a:buNone/>
              <a:defRPr sz="1700">
                <a:solidFill>
                  <a:schemeClr val="dk2"/>
                </a:solidFill>
              </a:defRPr>
            </a:lvl2pPr>
            <a:lvl3pPr lvl="2" algn="r">
              <a:buNone/>
              <a:defRPr sz="1700">
                <a:solidFill>
                  <a:schemeClr val="dk2"/>
                </a:solidFill>
              </a:defRPr>
            </a:lvl3pPr>
            <a:lvl4pPr lvl="3" algn="r">
              <a:buNone/>
              <a:defRPr sz="1700">
                <a:solidFill>
                  <a:schemeClr val="dk2"/>
                </a:solidFill>
              </a:defRPr>
            </a:lvl4pPr>
            <a:lvl5pPr lvl="4" algn="r">
              <a:buNone/>
              <a:defRPr sz="1700">
                <a:solidFill>
                  <a:schemeClr val="dk2"/>
                </a:solidFill>
              </a:defRPr>
            </a:lvl5pPr>
            <a:lvl6pPr lvl="5" algn="r">
              <a:buNone/>
              <a:defRPr sz="1700">
                <a:solidFill>
                  <a:schemeClr val="dk2"/>
                </a:solidFill>
              </a:defRPr>
            </a:lvl6pPr>
            <a:lvl7pPr lvl="6" algn="r">
              <a:buNone/>
              <a:defRPr sz="1700">
                <a:solidFill>
                  <a:schemeClr val="dk2"/>
                </a:solidFill>
              </a:defRPr>
            </a:lvl7pPr>
            <a:lvl8pPr lvl="7" algn="r">
              <a:buNone/>
              <a:defRPr sz="1700">
                <a:solidFill>
                  <a:schemeClr val="dk2"/>
                </a:solidFill>
              </a:defRPr>
            </a:lvl8pPr>
            <a:lvl9pPr lvl="8" algn="r">
              <a:buNone/>
              <a:defRPr sz="17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400" y="877125"/>
            <a:ext cx="2857500" cy="284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3348976" cy="223265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/>
          <p:nvPr/>
        </p:nvSpPr>
        <p:spPr>
          <a:xfrm>
            <a:off x="1192525" y="270500"/>
            <a:ext cx="2000100" cy="2038500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/>
          <p:nvPr/>
        </p:nvSpPr>
        <p:spPr>
          <a:xfrm>
            <a:off x="497200" y="270500"/>
            <a:ext cx="676200" cy="209700"/>
          </a:xfrm>
          <a:prstGeom prst="rect">
            <a:avLst/>
          </a:prstGeom>
          <a:solidFill>
            <a:srgbClr val="FFFF00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cat: 0.97</a:t>
            </a:r>
            <a:endParaRPr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375" y="217750"/>
            <a:ext cx="4772026" cy="3180099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/>
          <p:nvPr/>
        </p:nvSpPr>
        <p:spPr>
          <a:xfrm>
            <a:off x="3582186" y="2175501"/>
            <a:ext cx="1229861" cy="1028627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/>
          <p:nvPr/>
        </p:nvSpPr>
        <p:spPr>
          <a:xfrm>
            <a:off x="4423875" y="1982400"/>
            <a:ext cx="409500" cy="168300"/>
          </a:xfrm>
          <a:prstGeom prst="rect">
            <a:avLst/>
          </a:prstGeom>
          <a:solidFill>
            <a:srgbClr val="FFFF00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c</a:t>
            </a:r>
            <a:r>
              <a:rPr lang="en" sz="900"/>
              <a:t>at2</a:t>
            </a:r>
            <a:endParaRPr sz="900"/>
          </a:p>
        </p:txBody>
      </p:sp>
      <p:sp>
        <p:nvSpPr>
          <p:cNvPr id="69" name="Google Shape;69;p15"/>
          <p:cNvSpPr/>
          <p:nvPr/>
        </p:nvSpPr>
        <p:spPr>
          <a:xfrm>
            <a:off x="998296" y="1867966"/>
            <a:ext cx="943779" cy="1295236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/>
          <p:nvPr/>
        </p:nvSpPr>
        <p:spPr>
          <a:xfrm>
            <a:off x="998300" y="1723900"/>
            <a:ext cx="409500" cy="131400"/>
          </a:xfrm>
          <a:prstGeom prst="rect">
            <a:avLst/>
          </a:prstGeom>
          <a:solidFill>
            <a:srgbClr val="FF0000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</a:rPr>
              <a:t>cat1</a:t>
            </a:r>
            <a:endParaRPr sz="900">
              <a:solidFill>
                <a:schemeClr val="lt1"/>
              </a:solidFill>
            </a:endParaRPr>
          </a:p>
        </p:txBody>
      </p:sp>
      <p:grpSp>
        <p:nvGrpSpPr>
          <p:cNvPr id="71" name="Google Shape;71;p15"/>
          <p:cNvGrpSpPr/>
          <p:nvPr/>
        </p:nvGrpSpPr>
        <p:grpSpPr>
          <a:xfrm>
            <a:off x="1454430" y="1412909"/>
            <a:ext cx="1066305" cy="1791186"/>
            <a:chOff x="1454430" y="1412909"/>
            <a:chExt cx="1066305" cy="1791186"/>
          </a:xfrm>
        </p:grpSpPr>
        <p:sp>
          <p:nvSpPr>
            <p:cNvPr id="72" name="Google Shape;72;p15"/>
            <p:cNvSpPr/>
            <p:nvPr/>
          </p:nvSpPr>
          <p:spPr>
            <a:xfrm>
              <a:off x="1454430" y="1592214"/>
              <a:ext cx="1066305" cy="1611881"/>
            </a:xfrm>
            <a:prstGeom prst="rect">
              <a:avLst/>
            </a:prstGeom>
            <a:noFill/>
            <a:ln cap="flat" cmpd="sng" w="28575">
              <a:solidFill>
                <a:srgbClr val="00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5"/>
            <p:cNvSpPr/>
            <p:nvPr/>
          </p:nvSpPr>
          <p:spPr>
            <a:xfrm>
              <a:off x="1454434" y="1412909"/>
              <a:ext cx="462653" cy="163540"/>
            </a:xfrm>
            <a:prstGeom prst="rect">
              <a:avLst/>
            </a:prstGeom>
            <a:solidFill>
              <a:srgbClr val="0000FF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FFFFFF"/>
                  </a:solidFill>
                </a:rPr>
                <a:t>dog1</a:t>
              </a:r>
              <a:endParaRPr sz="900">
                <a:solidFill>
                  <a:srgbClr val="FFFFFF"/>
                </a:solidFill>
              </a:endParaRPr>
            </a:p>
          </p:txBody>
        </p:sp>
      </p:grpSp>
      <p:sp>
        <p:nvSpPr>
          <p:cNvPr id="74" name="Google Shape;74;p15"/>
          <p:cNvSpPr/>
          <p:nvPr/>
        </p:nvSpPr>
        <p:spPr>
          <a:xfrm>
            <a:off x="2515884" y="1119611"/>
            <a:ext cx="1066307" cy="2084509"/>
          </a:xfrm>
          <a:prstGeom prst="rect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/>
          <p:cNvSpPr/>
          <p:nvPr/>
        </p:nvSpPr>
        <p:spPr>
          <a:xfrm>
            <a:off x="2520725" y="930874"/>
            <a:ext cx="457800" cy="168300"/>
          </a:xfrm>
          <a:prstGeom prst="rect">
            <a:avLst/>
          </a:prstGeom>
          <a:solidFill>
            <a:srgbClr val="00FF00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dog2</a:t>
            </a:r>
            <a:endParaRPr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375" y="217750"/>
            <a:ext cx="4772026" cy="3180099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/>
          <p:nvPr/>
        </p:nvSpPr>
        <p:spPr>
          <a:xfrm>
            <a:off x="1317768" y="4563191"/>
            <a:ext cx="2241150" cy="1984325"/>
          </a:xfrm>
          <a:custGeom>
            <a:rect b="b" l="l" r="r" t="t"/>
            <a:pathLst>
              <a:path extrusionOk="0" h="79373" w="89646">
                <a:moveTo>
                  <a:pt x="11888" y="11668"/>
                </a:moveTo>
                <a:cubicBezTo>
                  <a:pt x="6809" y="19296"/>
                  <a:pt x="3866" y="29987"/>
                  <a:pt x="6770" y="38679"/>
                </a:cubicBezTo>
                <a:cubicBezTo>
                  <a:pt x="7790" y="41733"/>
                  <a:pt x="-1366" y="42992"/>
                  <a:pt x="231" y="45788"/>
                </a:cubicBezTo>
                <a:cubicBezTo>
                  <a:pt x="2098" y="49055"/>
                  <a:pt x="5303" y="51698"/>
                  <a:pt x="8761" y="53180"/>
                </a:cubicBezTo>
                <a:cubicBezTo>
                  <a:pt x="10029" y="53723"/>
                  <a:pt x="12197" y="53050"/>
                  <a:pt x="12741" y="54318"/>
                </a:cubicBezTo>
                <a:cubicBezTo>
                  <a:pt x="14832" y="59196"/>
                  <a:pt x="8988" y="66487"/>
                  <a:pt x="12741" y="70240"/>
                </a:cubicBezTo>
                <a:cubicBezTo>
                  <a:pt x="18639" y="76138"/>
                  <a:pt x="29952" y="67595"/>
                  <a:pt x="37762" y="70524"/>
                </a:cubicBezTo>
                <a:cubicBezTo>
                  <a:pt x="52525" y="76062"/>
                  <a:pt x="74485" y="85436"/>
                  <a:pt x="84961" y="73652"/>
                </a:cubicBezTo>
                <a:cubicBezTo>
                  <a:pt x="89123" y="68970"/>
                  <a:pt x="90965" y="60873"/>
                  <a:pt x="88373" y="55170"/>
                </a:cubicBezTo>
                <a:cubicBezTo>
                  <a:pt x="85038" y="47832"/>
                  <a:pt x="77098" y="43558"/>
                  <a:pt x="72450" y="36973"/>
                </a:cubicBezTo>
                <a:cubicBezTo>
                  <a:pt x="64674" y="25956"/>
                  <a:pt x="62517" y="8789"/>
                  <a:pt x="50273" y="3138"/>
                </a:cubicBezTo>
                <a:cubicBezTo>
                  <a:pt x="42091" y="-639"/>
                  <a:pt x="31810" y="-850"/>
                  <a:pt x="23261" y="2001"/>
                </a:cubicBezTo>
                <a:cubicBezTo>
                  <a:pt x="18482" y="3595"/>
                  <a:pt x="15450" y="8391"/>
                  <a:pt x="11888" y="11953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2" name="Google Shape;82;p16"/>
          <p:cNvSpPr/>
          <p:nvPr/>
        </p:nvSpPr>
        <p:spPr>
          <a:xfrm>
            <a:off x="1700275" y="5125025"/>
            <a:ext cx="267050" cy="317275"/>
          </a:xfrm>
          <a:custGeom>
            <a:rect b="b" l="l" r="r" t="t"/>
            <a:pathLst>
              <a:path extrusionOk="0" h="12691" w="10682">
                <a:moveTo>
                  <a:pt x="285" y="0"/>
                </a:moveTo>
                <a:cubicBezTo>
                  <a:pt x="1908" y="4874"/>
                  <a:pt x="14073" y="9582"/>
                  <a:pt x="9668" y="12226"/>
                </a:cubicBezTo>
                <a:cubicBezTo>
                  <a:pt x="5340" y="14824"/>
                  <a:pt x="0" y="5616"/>
                  <a:pt x="0" y="56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3" name="Google Shape;83;p16"/>
          <p:cNvSpPr/>
          <p:nvPr/>
        </p:nvSpPr>
        <p:spPr>
          <a:xfrm>
            <a:off x="2197850" y="5029372"/>
            <a:ext cx="488896" cy="412914"/>
          </a:xfrm>
          <a:custGeom>
            <a:rect b="b" l="l" r="r" t="t"/>
            <a:pathLst>
              <a:path extrusionOk="0" h="12259" w="18703">
                <a:moveTo>
                  <a:pt x="0" y="11218"/>
                </a:moveTo>
                <a:cubicBezTo>
                  <a:pt x="4070" y="5793"/>
                  <a:pt x="16055" y="-4314"/>
                  <a:pt x="18197" y="2120"/>
                </a:cubicBezTo>
                <a:cubicBezTo>
                  <a:pt x="19184" y="5086"/>
                  <a:pt x="18719" y="9820"/>
                  <a:pt x="15923" y="11218"/>
                </a:cubicBezTo>
                <a:cubicBezTo>
                  <a:pt x="11175" y="13592"/>
                  <a:pt x="5309" y="10934"/>
                  <a:pt x="0" y="10934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4" name="Google Shape;84;p16"/>
          <p:cNvSpPr/>
          <p:nvPr/>
        </p:nvSpPr>
        <p:spPr>
          <a:xfrm>
            <a:off x="1804269" y="5558625"/>
            <a:ext cx="1285025" cy="703125"/>
          </a:xfrm>
          <a:custGeom>
            <a:rect b="b" l="l" r="r" t="t"/>
            <a:pathLst>
              <a:path extrusionOk="0" h="28125" w="51401">
                <a:moveTo>
                  <a:pt x="1243" y="0"/>
                </a:moveTo>
                <a:cubicBezTo>
                  <a:pt x="3155" y="2871"/>
                  <a:pt x="4225" y="7155"/>
                  <a:pt x="7498" y="8245"/>
                </a:cubicBezTo>
                <a:cubicBezTo>
                  <a:pt x="9369" y="8868"/>
                  <a:pt x="10690" y="5927"/>
                  <a:pt x="12331" y="4833"/>
                </a:cubicBezTo>
                <a:cubicBezTo>
                  <a:pt x="14170" y="3606"/>
                  <a:pt x="15965" y="7425"/>
                  <a:pt x="18018" y="8245"/>
                </a:cubicBezTo>
                <a:cubicBezTo>
                  <a:pt x="20459" y="9220"/>
                  <a:pt x="22686" y="5810"/>
                  <a:pt x="25126" y="4833"/>
                </a:cubicBezTo>
                <a:cubicBezTo>
                  <a:pt x="28754" y="3380"/>
                  <a:pt x="32742" y="8751"/>
                  <a:pt x="36499" y="7677"/>
                </a:cubicBezTo>
                <a:cubicBezTo>
                  <a:pt x="38951" y="6976"/>
                  <a:pt x="39636" y="2559"/>
                  <a:pt x="42186" y="2559"/>
                </a:cubicBezTo>
                <a:cubicBezTo>
                  <a:pt x="50130" y="2559"/>
                  <a:pt x="54061" y="18951"/>
                  <a:pt x="49294" y="25305"/>
                </a:cubicBezTo>
                <a:cubicBezTo>
                  <a:pt x="44721" y="31400"/>
                  <a:pt x="33552" y="26031"/>
                  <a:pt x="26548" y="23030"/>
                </a:cubicBezTo>
                <a:cubicBezTo>
                  <a:pt x="21015" y="20660"/>
                  <a:pt x="13532" y="24255"/>
                  <a:pt x="8635" y="20756"/>
                </a:cubicBezTo>
                <a:cubicBezTo>
                  <a:pt x="2606" y="16448"/>
                  <a:pt x="-1667" y="7031"/>
                  <a:pt x="674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